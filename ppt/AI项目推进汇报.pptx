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AI 项目推进汇报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5CC8FF"/>
                </a:solidFill>
              </a:rPr>
              <a:t>从试点探索到规模化落地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BBCC"/>
                </a:solidFill>
              </a:rPr>
              <a:t>项目团队  · 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5CC8FF"/>
                </a:solidFill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3035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02920" cy="10058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26187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DDFF"/>
                </a:solidFill>
              </a:rPr>
              <a:t>项目背景与总览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53035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502920" cy="10058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1460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54203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DDFF"/>
                </a:solidFill>
              </a:rPr>
              <a:t>推进时间线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66160"/>
            <a:ext cx="53035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02920" cy="10058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94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22191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DDFF"/>
                </a:solidFill>
              </a:rPr>
              <a:t>典型案例库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46319"/>
            <a:ext cx="53035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846319"/>
            <a:ext cx="502920" cy="10058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074919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102351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DDFF"/>
                </a:solidFill>
              </a:rPr>
              <a:t>方法论沉淀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005840"/>
            <a:ext cx="53035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1005840"/>
            <a:ext cx="502920" cy="10058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2344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126187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DDFF"/>
                </a:solidFill>
              </a:rPr>
              <a:t>效果与价值证明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286000"/>
            <a:ext cx="53035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2286000"/>
            <a:ext cx="502920" cy="10058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251460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54203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DDFF"/>
                </a:solidFill>
              </a:rPr>
              <a:t>风险与治理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566160"/>
            <a:ext cx="53035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3566160"/>
            <a:ext cx="502920" cy="10058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794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3822191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DDFF"/>
                </a:solidFill>
              </a:rPr>
              <a:t>对外表达素材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846319"/>
            <a:ext cx="53035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4846319"/>
            <a:ext cx="502920" cy="10058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074919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5102351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DDFF"/>
                </a:solidFill>
              </a:rPr>
              <a:t>附录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37160" cy="82296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6858000"/>
          </a:xfrm>
          <a:prstGeom prst="rect">
            <a:avLst/>
          </a:prstGeom>
          <a:solidFill>
            <a:srgbClr val="12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F3D91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项目总览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</a:rPr>
              <a:t>背景、目标与范围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01 项目总览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项目背景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背景概述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当前业务/团队所处环境与挑战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外部技术趋势：大语言模型能力快速成熟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核心问题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9008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重复性工作占用大量人力与时间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知识沉淀与经验复用效率低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协作标准化程度不足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970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为什么选择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可高效处理结构化、重复性任务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降低起稿门槛，提升整体产出效率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01 项目总览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项目目标与范围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总目标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在真实业务场景中探索 AI 辅助工作的可行路径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沉淀可复用的方法、模板与治理机制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阶段目标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9008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第一阶段：选取 2-3 个场景完成试点验证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第二阶段：形成标准流程与案例库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第三阶段：规模化推广，建立审核机制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970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本次暂不覆盖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强专业判断类任务 / 涉及高敏感数据场景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外部承诺类决策内容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01 项目总览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项目一页总览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基本信息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项目名称：AI 辅助工作探索项目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启动时间：（填写）  ·  当前阶段：规模化推广期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核心成果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9008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已完成若干真实场景的试点验证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形成案例库与提示词模板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建立初步审核与复盘机制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970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当前判断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最大价值：降本增效 + 知识沉淀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最大挑战：输出质量把控与审核机制建设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47725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下一步重点：规模化 + 复盘机制完善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37160" cy="82296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6858000"/>
          </a:xfrm>
          <a:prstGeom prst="rect">
            <a:avLst/>
          </a:prstGeom>
          <a:solidFill>
            <a:srgbClr val="12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F3D91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推进时间线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</a:rPr>
              <a:t>启动 → 探索 → 规模化 → 当前状态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02 时间线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四阶段推进路径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启动阶段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明确初始目标，选定首批试点场景，完成第一次输出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12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探索阶段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尝试多个方向，快速验证，区分有效/无效路径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900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规模化阶段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6557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建立模板与流程，引入审核与复盘机制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6791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当前状态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434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已完成：（填写）  ·  正在推进：（填写）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4573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方法成熟度 / 组织成熟度 / 工具成熟度：（填写）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02 时间线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启动与探索阶段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启动阶段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为什么启动 + 谁提出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想先验证什么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参与角色与推进方式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初始产出与反馈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19856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哪些判断被验证/修正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探索阶段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主要尝试方向（3+条）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哪些方向效果明显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哪些方向不适合继续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工具/流程/协同问题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419856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下一步调整方向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02 时间线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规模化阶段 &amp; 下一步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规模化动作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建立可复用模板与标准流程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引入审核机制、培训机制与复盘机制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已具备复用价值的场景：（填写）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1693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下一步重点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短期：完善复盘机制，提升输出质量稳定性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中期：扩展场景覆盖，推进跨团队复用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9709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长期：形成组织级方法论与知识库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37160" cy="82296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6858000"/>
          </a:xfrm>
          <a:prstGeom prst="rect">
            <a:avLst/>
          </a:prstGeom>
          <a:solidFill>
            <a:srgbClr val="12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F3D91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典型案例库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</a:rPr>
              <a:t>真实场景 · 完整流程 · 可复用结论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03 案例库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案例分析框架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每个案例包含以下维度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场景概述 —— 适用对象 / 发生频率 / 业务重要性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背景与痛点 —— 原有做法 &amp; 主要问题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AI 介入点 —— 承担角色 / 人机分工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1693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操作流程 —— 步骤拆解（输入 → AI → 人工复核 → 输出）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实际效果 —— 效率/质量变化 &amp; 使用者反馈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2160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经验总结 —— 成功关键 &amp; 复用建议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03 案例库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典型案例 A：案例 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场景概述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场景名称：（填写）  ·  适用对象：（填写）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12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背景与痛点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原来的做法与主要痛点（填写）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900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AI 介入点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6557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AI 负责：（填写）  ·  人工负责：（填写）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6791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实际效果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434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效率提升：（填写）  ·  质量变化：（填写）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4573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一句话结论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212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（填写）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03 案例库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典型案例 B：案例 B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场景概述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场景名称：（填写）  ·  适用对象：（填写）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12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背景与痛点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原来的做法与主要痛点（填写）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900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AI 介入点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6557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AI 负责：（填写）  ·  人工负责：（填写）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6791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实际效果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434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效率提升：（填写）  ·  质量变化：（填写）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4573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一句话结论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212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（填写）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03 案例库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典型案例 C：案例 C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场景概述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场景名称：（填写）  ·  适用对象：（填写）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12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背景与痛点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原来的做法与主要痛点（填写）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900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AI 介入点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6557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AI 负责：（填写）  ·  人工负责：（填写）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6791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实际效果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434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效率提升：（填写）  ·  质量变化：（填写）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4573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一句话结论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212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（填写）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37160" cy="82296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6858000"/>
          </a:xfrm>
          <a:prstGeom prst="rect">
            <a:avLst/>
          </a:prstGeom>
          <a:solidFill>
            <a:srgbClr val="12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F3D91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方法论沉淀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</a:rPr>
              <a:t>场景选择 · 推进路径 · 提示词 · 复盘机制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04 方法论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场景选择方法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✅ 适合做的场景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重复性高、频率稳定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规则相对清晰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有标准输入输出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对效率提升敏感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⚠️ 暂不建议做的场景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高度依赖专家判断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事实准确性要求极高且难复核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涉及强敏感数据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缺乏稳定输入材料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04 方法论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推进落地路径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典型五步路径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1. 小范围试点 —— 选定 1 个场景，快速上手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2. 快速验证 —— 对比人工结果，评估可行性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3. 复盘优化 —— 发现问题，改进提示词与流程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1693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4. 模板沉淀 —— 将有效做法固化为可复用模板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5. 扩大使用 —— 推广到更多角色与场景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21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成功条件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9709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有真实业务场景 + 明确负责人 + 复盘机制 + 最小闭环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04 方法论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提示词设计原则 &amp; 人机协作分工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提示词四要素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任务清晰 / 背景充分 / 输出格式明确 / 评价标准前置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12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标准提示词结构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角色定义 → 任务目标 → 背景信息 → 输入材料 → 输出格式 → 注意事项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900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人机协作分工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6557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AI 更适合：信息整理、初稿生成、结构梳理、模板化输出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6791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人更适合：最终决策、强专业判断、风险评估、对外承诺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702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必须人工复核：对外输出、涉及数据结论、业务判断类内容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04 方法论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评估与复盘机制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评估四维度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效率：处理时间 / 人力投入变化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质量：完整性、一致性、表达清晰度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稳定性：不同场景下的输出稳定程度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1693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可复用性：是否形成可推广的模板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192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复盘机制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复盘频率：（填写）  ·  参与角色：（填写）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9709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复盘产出：是否更新方法 / 是否决定推广或停止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37160" cy="82296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6858000"/>
          </a:xfrm>
          <a:prstGeom prst="rect">
            <a:avLst/>
          </a:prstGeom>
          <a:solidFill>
            <a:srgbClr val="12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F3D91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效果与价值证明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</a:rPr>
              <a:t>效率 · 质量 · 组织价值 · 关键指标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05 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效率提升对比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优化前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耗时：（填写）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人力投入：（填写）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常见卡点：（填写）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交付周期：（填写）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优化后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耗时：（填写）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人力投入：（填写）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改善点：（填写）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交付周期：（填写）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05 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质量改善与组织价值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质量改善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完整性、一致性、表达清晰度方面更为稳定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仍需人工把关的维度：（填写）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对个人的价值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9008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减轻重复劳动 · 提升输出效率 · 降低起稿门槛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对团队的价值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6791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增强协作标准化 · 促进知识沉淀 · 加快经验复用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7024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对组织的价值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4573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提升方法沉淀能力 · 增强可复制性 · 为规模化奠基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05 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关键指标与证据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核心指标（示例）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任务完成时间（分钟）：优化前 XX → 优化后 XX，↓ XX%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初稿可用率：优化前 XX% → 优化后 XX%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人工修改时长：优化前 XX → 优化后 XX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1693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定性证据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使用者反馈：（填写）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管理层反馈：（填写）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970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指标说明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以上数据基于（填写样本说明）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37160" cy="82296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6858000"/>
          </a:xfrm>
          <a:prstGeom prst="rect">
            <a:avLst/>
          </a:prstGeom>
          <a:solidFill>
            <a:srgbClr val="12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F3D91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风险与治理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</a:rPr>
              <a:t>安全边界 · 审核机制 · 治理建议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06 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主要风险 &amp; 控制措施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主要风险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敏感信息输入风险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输出事实错误/幻觉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逻辑不严谨或过度泛化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权限边界不清晰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控制措施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明确可/不可输入内容规范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必须人工审核对外输出内容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建立审核标准与责任人机制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数据脱敏要求前置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06 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适用边界与治理建议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AI 可主导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信息整理 &amp; 归纳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初稿生成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结构梳理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模板化标准输出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188720"/>
            <a:ext cx="530352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207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必须人工主导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73736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最终决策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15798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强专业判断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578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高风险外部承诺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99923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</a:rPr>
              <a:t>▸  敏感信息处理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06 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治理建议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机制建议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建立统一 AI 使用规范，明确可/不可使用场景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建立案例复盘机制，持续优化方法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建立审核机制，确保对外内容质量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1693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能力建议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提升提示词设计能力 · 提升人机协作意识 · 提升复核能力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947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推广建议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702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先试点后推广 → 先模板化后规模化 → 先控风险后提效率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37160" cy="82296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6858000"/>
          </a:xfrm>
          <a:prstGeom prst="rect">
            <a:avLst/>
          </a:prstGeom>
          <a:solidFill>
            <a:srgbClr val="12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F3D91"/>
                </a:solidFill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对外表达素材库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</a:rPr>
              <a:t>标准说法 · 图表素材 · 常见问答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07 对外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标准说法与话术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30 秒介绍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我们围绕真实业务场景，探索 AI 在具体任务中的落地方式，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重点不是单点工具，而是形成可复用的方法与流程。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3 分钟介绍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9008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从重复性高、输入输出清晰的任务切入，逐步验证并沉淀，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形成案例库、提示词模板和审核机制，持续扩展到更多场景。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947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常见问答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702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为什么从这些场景开始？→ 价值高、落地难度低、可复用性强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如何控制风险？→ 明确边界 + 人工审核 + 复盘机制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如何判断是否值得推广？→ 效率提升 + 质量稳定 + 可复制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07 对外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标准图表素材说明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路线图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启动试点 → 快速验证 → 流程嵌入 → 审核复盘 → 模板沉淀 → 规模化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12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方法论流程图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场景选择 → 试点验证 → 流程嵌入 → 审核复盘 → 模板沉淀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900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人机协作流程图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6557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输入材料 → AI 辅助生成 → 人工复核 → 最终输出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6791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对比图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434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优化前 vs 优化后（效率、质量、人力）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4573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说明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212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以上图表可根据实际案例数据填充后对外使用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37160" cy="82296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12051792" cy="6858000"/>
          </a:xfrm>
          <a:prstGeom prst="rect">
            <a:avLst/>
          </a:prstGeom>
          <a:solidFill>
            <a:srgbClr val="12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F3D91"/>
                </a:solidFill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附录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</a:rPr>
              <a:t>工具清单 · 模板清单 · FAQ · 资料索引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08 附录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工具与模板清单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工具清单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992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工具 A：用途（填写）/ 使用场景（填写）/ 注意事项（填写）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工具 B：用途（填写）/ 使用场景（填写）/ 注意事项（填写）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模板清单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9008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案例模板 · 提示词模板 · 复盘模板 · 对外摘要模板 · PPT 提纲模板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CC8FF"/>
                </a:solidFill>
              </a:rPr>
              <a:t>资料索引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6791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原始项目材料 / 历史汇报材料 / 相关案例文档 / 外部参考资料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ABBCC"/>
                </a:solidFill>
              </a:rP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1280160" cy="2743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14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08 附录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4864" cy="5303520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2344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Q：哪些场景最适合开始？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3677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A：重复性高、有清晰输入输出、对效率敏感的日常任务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3911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Q：如何控制事实错误？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414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A：建立人工复核机制，对外内容必须逐条核实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4378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Q：如何说服团队使用？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46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A：用真实案例数据说话，降低上手门槛，先小范围试点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4845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Q：如何判断是否值得推广？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50791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DDFF"/>
                </a:solidFill>
              </a:rPr>
              <a:t>· A：效率提升明显 + 输出质量稳定 + 存在复用价值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54864"/>
          </a:xfrm>
          <a:prstGeom prst="rect">
            <a:avLst/>
          </a:prstGeom>
          <a:solidFill>
            <a:srgbClr val="5C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谢谢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5CC8FF"/>
                </a:solidFill>
              </a:rPr>
              <a:t>欢迎提问与交流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