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0152" cy="457200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109728" cy="4572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AI for Cangjie 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B4D8"/>
                </a:solidFill>
              </a:rPr>
              <a:t>—— 以 ACE 平台为核心的 AI 辅助研发全链路探索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200400"/>
            <a:ext cx="7616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3832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DDEE"/>
                </a:solidFill>
              </a:rPr>
              <a:t>仓颉编译器前端团队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862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DEE"/>
                </a:solidFill>
              </a:rPr>
              <a:t>GitCode 社区 · AI 开发者线下进化场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89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</a:rPr>
              <a:t>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今天要讲的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20 分钟，从痛点到实践到方法论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457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325880"/>
            <a:ext cx="7772400" cy="502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362456"/>
            <a:ext cx="3200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背景与痛点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3898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需求过载 × 人力瓶颈 × 质量螺旋下降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325880"/>
            <a:ext cx="137160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417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20824"/>
            <a:ext cx="457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6654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020824"/>
            <a:ext cx="7772400" cy="502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057400"/>
            <a:ext cx="3200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三步进化路径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08483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Tab 加速 → 消灭路径依赖 → 平台化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020824"/>
            <a:ext cx="137160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1122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15768"/>
            <a:ext cx="457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76148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2715768"/>
            <a:ext cx="7772400" cy="502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2752344"/>
            <a:ext cx="3200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经典案例 · 编译性能看板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77977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零前端经验，一周内上线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715768"/>
            <a:ext cx="137160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807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10712"/>
            <a:ext cx="457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4564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3410712"/>
            <a:ext cx="7772400" cy="502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447288"/>
            <a:ext cx="3200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经典案例 · ACE 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Issue #701：57 步自动修复，方案与专家一致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410712"/>
            <a:ext cx="137160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3502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 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05656"/>
            <a:ext cx="457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1513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4105656"/>
            <a:ext cx="7772400" cy="502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142232"/>
            <a:ext cx="3200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经典案例 · DFX Skills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1696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固化 skill，推广客户侧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4105656"/>
            <a:ext cx="137160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4197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 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800600"/>
            <a:ext cx="457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846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5840" y="4800600"/>
            <a:ext cx="7772400" cy="502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4837176"/>
            <a:ext cx="3200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方法论五条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4864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AI First-Try 到闭环场景设计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69680" y="4800600"/>
            <a:ext cx="137160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 min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495544"/>
            <a:ext cx="4572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5412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5840" y="5495544"/>
            <a:ext cx="7772400" cy="502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7280" y="5532120"/>
            <a:ext cx="3200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效果 &amp; 展望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55595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价值数据 + 下一步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9680" y="5495544"/>
            <a:ext cx="137160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69680" y="55869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背景：三重机遇叠加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2025 年 8 月，窗口期开启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566160" cy="4846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5661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Cursor 爆火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AI 辅助编码工具进入主流
公司同期提供试用机会
团队开始系统性尝试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4846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5661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554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331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仓颉开源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88036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0175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2025年8月仓颉语言外网开源
编译器以 C++ 开发
语料丰富，模型零障碍理解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566160" cy="4846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5661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554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3317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大模型迭代加速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288036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0175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25年下半年能力日新月异
可充分使用外网最前沿模型
一周一个变化节奏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痛点：团队陷入负向螺旋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三个问题互相强化，飞轮反转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10360152" cy="43891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1554480"/>
            <a:ext cx="64008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6916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6B35"/>
                </a:solidFill>
              </a:rPr>
              <a:t>需求 &gt; 人力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029967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需求不停涌入，远超人力管道
需求紧急重要，无法裁剪或延期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87752"/>
            <a:ext cx="10058400" cy="274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880360"/>
            <a:ext cx="64008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017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26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6B35"/>
                </a:solidFill>
              </a:rPr>
              <a:t>人才梯队不足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35584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领域内交叉备份不足
临时协调其他领域同事也无法快速胜任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913631"/>
            <a:ext cx="10058400" cy="274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4206240"/>
            <a:ext cx="640080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2519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6B35"/>
                </a:solidFill>
              </a:rPr>
              <a:t>质量螺旋下降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681727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前两个问题互相放大
频繁出现质量问题，团队氛围沮丧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→ 需要一个杠杆把飞轮重新推向正转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三步进化路径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从个人 Tab 到组织级平台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5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383280" cy="4846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3832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阶段一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1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Tab 加速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2025年8-11月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88920"/>
            <a:ext cx="31089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80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Cursor / Copilot Tab
• 日常脚本由 AI 代劳
• 编辑效率 +20~30%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029200"/>
            <a:ext cx="31089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074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消灭重复劳动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291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371600"/>
            <a:ext cx="3383280" cy="4846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1371600"/>
            <a:ext cx="338328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3898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阶段二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187451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</a:rPr>
              <a:t>消灭路径依赖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2025年12月-2026年1月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788920"/>
            <a:ext cx="31089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2880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干自己不会干的
• 编译性能看板横空出世
• AI First-Try 思维成型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5029200"/>
            <a:ext cx="310896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5074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打破技术栈壁垒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291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1371600"/>
            <a:ext cx="3383280" cy="4846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1371600"/>
            <a:ext cx="338328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13898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阶段三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187451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CC71"/>
                </a:solidFill>
              </a:rPr>
              <a:t>ACE 平台化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2026年2月至今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2440" y="2788920"/>
            <a:ext cx="31089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2880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团队共建共用
• issue 自动修复上线
• DFX Skills 推广客户侧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5029200"/>
            <a:ext cx="310896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5074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组织级规模复制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经典案例一：编译性能看板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消灭路径依赖的标志性案例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6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2860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533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案例背景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团队零前端经验，但急需一个可视化工具来分析编译器性能瓶颈，对症下药寻找优化路径。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5303520" cy="3931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530352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500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挑战与过程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没有任何人有前端技术栈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46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需求明确：性能数据 → 可视化页面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490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团队成员作为「产品经理」提需求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51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AI 担任「前端工程师」角色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54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1 周内完成需求确认+开发+测试全流程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331720"/>
            <a:ext cx="5669280" cy="3931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2331720"/>
            <a:ext cx="5669280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3500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产出与亮点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743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约 5870 行代码，全部由 AI 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2461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Canvas 自定义绘制代码含 DJB2 哈希颜色分配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749039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实现滚动同步防死循环等工程细节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251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质量超出预期，可直接投入使用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7548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复刻链接：gitcode.com/cjc-compiler-frontend
  /compiler-performance-panel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经典案例二：ACE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以 Agent 为中心的开发平台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7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ACE = Agent-Centric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2860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56231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平台定位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革新研发工作流，让团队聚焦在「方案设计」和「代码审计」，把重复执行交给 Agent。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3474720" cy="320040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34747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</a:rPr>
              <a:t>知识库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292608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18 个模块 · 714 个文件
1036 个类
「代码即文档」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834640"/>
            <a:ext cx="3474720" cy="320040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2834640"/>
            <a:ext cx="34747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2971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</a:rPr>
              <a:t>工作流引擎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59" y="4114800"/>
            <a:ext cx="292608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4251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Phase-based / State-machine
攻防迭代：Defender-Attacker-Judge
全链路持久化日志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834640"/>
            <a:ext cx="3474720" cy="320040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834640"/>
            <a:ext cx="34747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2971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</a:rPr>
              <a:t>已上线场景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114800"/>
            <a:ext cx="292608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59" y="42519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社区 issue 自动修复
不兼容 PR 巡检
小特性分析与穿刺验证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🔗  gitcode.com/cjc-compiler-frontend/cangjie_frontend_ace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ACE 实战：Issue #701 全自动修复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Agent 57 步完成，方案与人类专家完全一致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8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问题：泛型属性前向引用导致编译器 ICE（Internal Compiler Error）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2560320" cy="3291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25603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299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分析阶段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688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读取 issue
理解报错上下文
定位相关文件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011680"/>
            <a:ext cx="2560320" cy="3291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011680"/>
            <a:ext cx="256032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0299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探索阶段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4688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读取 compiler 源码
跨模块代码导航
形成假设根因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011680"/>
            <a:ext cx="2560320" cy="3291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011680"/>
            <a:ext cx="2560320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0299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修复阶段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4688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生成修复代码
3 次自动回滚
攻防迭代精炼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011680"/>
            <a:ext cx="2560320" cy="3291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2011680"/>
            <a:ext cx="256032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20299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验证阶段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4688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CI 门禁自动跑通
Judge Agent 确认
提交修复 PR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86400"/>
            <a:ext cx="11274552" cy="82296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486400"/>
            <a:ext cx="73152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</a:rPr>
              <a:t>✅  修复结果：单行修复  Attribute::IN_EXTEND  ——与人类专家预判方案完全一致，耗时 16.5 小时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ACE 实战：Issue #746 全流程闭环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Agent 独立识别两个 Bug，全自动完成从分析到 CI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9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问题：泛型枚举模式匹配 Bug（PatternUsefulness.cpp）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5303520" cy="429768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73152" cy="4297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848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Agent 独立完成的事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独立定位 PatternUsefulness.cpp 中两处相关 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全程无人工提示，自主跨模块导航源码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7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生成完整修复代码及测试用例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触发并通过 CI 门禁（编译 + 测试全套）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输出根因分析报告，供人工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011680"/>
            <a:ext cx="5669280" cy="429768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2011680"/>
            <a:ext cx="73152" cy="4297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084831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</a:rPr>
              <a:t>本案例说明了什么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5603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闭环场景设计是关键：有明确输入输出、
  可验证的 CI 标准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2461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ACE 攻防迭代机制（DAJ）显著提升稳定性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9319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人工只需做最终审核，执行全交给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177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不同类型 Bug 可在同一工作流中并行处理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39C12"/>
                </a:solidFill>
              </a:rPr>
              <a:t>关键认知：Agent 能力的边界 = 闭环场景设计的质量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经典案例三：DFX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将场景化能力固化为可推广的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10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22860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533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设计思路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将团队在 ACE 平台验证成功的场景固化为 Skill，便于复制推广到客户侧，降低使用门槛。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3474720" cy="1645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45720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内存回归分析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260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 阶段流水线
smaps 采集→分类→对比→根因→报告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377440"/>
            <a:ext cx="3474720" cy="1645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2377440"/>
            <a:ext cx="45720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8346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OOM 崩溃分析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29260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从崩溃日志到根因定位
全自动化分析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2377440"/>
            <a:ext cx="3474720" cy="1645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2377440"/>
            <a:ext cx="45720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28346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GitCode 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29260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issue / PR 创建、评论
仓库操作一键化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3474720" cy="1645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45720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7548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cjdb 调试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846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仓颉调试器辅助
断点追踪全流程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4297680"/>
            <a:ext cx="3474720" cy="1645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06240" y="4297680"/>
            <a:ext cx="45720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7548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包管理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79" y="4846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依赖管理、版本检查
冲突检测自动化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4297680"/>
            <a:ext cx="3474720" cy="16459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55279" y="4297680"/>
            <a:ext cx="45720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47548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19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CPU/堆性能分析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19" y="4846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性能热点识别
优化建议生成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🔗  gitcode.com/l3gi0n/cangjie_dfx_skills/tree/main/cjc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方法论五条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从「道」到「术」的实践总结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11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0292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371600"/>
            <a:ext cx="10698480" cy="68580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AI First-Try（道）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46304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任何任务先让 AI 试，不行再人工介入。降低门槛，建立 AI 协作文化。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0292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286000"/>
            <a:ext cx="10698480" cy="68580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</a:rPr>
              <a:t>谁调教谁？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37744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别试图 PUA AI——越是强迫「必须正确」，它越倾向编造幻觉。给足上下文，给它退路。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00400"/>
            <a:ext cx="50292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200400"/>
            <a:ext cx="10698480" cy="68580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246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</a:rPr>
              <a:t>信息传递范式转换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29184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从「人与人」切换到「人与 Agent、Agent 与 Agent」。澄清需求的重要性被放大了。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14800"/>
            <a:ext cx="502920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114800"/>
            <a:ext cx="10698480" cy="68580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160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识别边界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20624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找到与 Agent 协作的边界：AI 擅长执行，人擅长方案和审计。不要当全能神，也不当小白。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29200"/>
            <a:ext cx="50292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5029200"/>
            <a:ext cx="10698480" cy="68580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074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提供闭环场景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512064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为 Agent 分配任务必须明确：输入是什么？输出是什么？验收标准是什么？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效果与价值数据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数据说话，不只是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12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566160" cy="19202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5661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16.5h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889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Issue #701 自动修复
（人工预估：数天）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463040"/>
            <a:ext cx="3566160" cy="19202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463040"/>
            <a:ext cx="356616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600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148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</a:rPr>
              <a:t>5870+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7889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看板代码行数
全部由 AI 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749039"/>
            <a:ext cx="3566160" cy="19202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749039"/>
            <a:ext cx="356616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886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434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57 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50749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Agent 自主执行步骤数
含 3 次自动回滚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49039"/>
            <a:ext cx="3566160" cy="19202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749039"/>
            <a:ext cx="35661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886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34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18 模块
714 文件
1036 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0749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ACE 知识库覆盖范围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6035040"/>
            <a:ext cx="3566160" cy="19202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6035040"/>
            <a:ext cx="35661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6172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6720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6 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7360919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DFX Skills
已推广客户侧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6035040"/>
            <a:ext cx="3566160" cy="19202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20" y="6035040"/>
            <a:ext cx="356616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6172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67208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一致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7360919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Agent 方案
= 专家预判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组织价值：飞轮正向转起来了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从个人效率到组织效率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13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566160" cy="4846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5661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对个人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1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减轻重复劳动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7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AI First-Try 快速起稿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632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陌生领域也能快速上手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57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降低知识传递成本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566160" cy="4846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56616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对团队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87451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统一工作流定义和执行标准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6887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知识平台化沉淀不随人员流失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0632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经验固化可快速复用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657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团队氛围从沮丧转向积极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3566160" cy="4846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371600"/>
            <a:ext cx="356616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对组织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87451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从个人经验到平台化沉淀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46887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DFX Skills 跨团队复制验证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0632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ACE 平台支持多引擎多团队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657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AI 辅助研发方法论成型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下一步：规模复制，重塑流程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从效率工具到研发基础设施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AI for Cangjie 实践  ·  GitCode AI 开发者进化场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DDEE"/>
                </a:solidFill>
              </a:rPr>
              <a:t>14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280160" cy="1325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短期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417320"/>
            <a:ext cx="9875520" cy="132588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补全业务断点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874519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PR 提交后自动知会检视人，附带根因和修复逻辑
• 识别更多「重复性高 + 规则清晰」的业务场景
• 持续提升 DFX Skills 覆盖度和质量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1280160" cy="1325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中期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017520"/>
            <a:ext cx="9875520" cy="132588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60" y="30632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规模复制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4747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基于 ACE 平台实现从个人效率到组织研发效率
• 完整 CI/CD 工作流深度集成（MCP 协议）
• 建立 AI 辅助研发效能度量体系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1280160" cy="1325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0749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长期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617720"/>
            <a:ext cx="9875520" cy="132588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4663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生态建设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074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ACE 平台自迭代闭环：每次运行自动更新知识库
• 从仓颉编译器扩展到 HarmonyOS 开发者生态
• Agent 间协作深化，ACE 成为公共基础设施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360152" cy="5029200"/>
          </a:xfrm>
          <a:prstGeom prst="rect">
            <a:avLst/>
          </a:prstGeom>
          <a:solidFill>
            <a:srgbClr val="16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109728" cy="5029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6B35"/>
                </a:solidFill>
              </a:rPr>
              <a:t>我们的核心判断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920240"/>
            <a:ext cx="7616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💡  AI 可以有效打破人力瓶颈和知识壁垒，让团队成员快速进入陌生领域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8036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💡  从单兵突破到组织级规模复制，需要平台化和流程重塑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💡  闭环场景设计 是 AI 产出质量的关键杠杆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348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💡  AI First-Try 是一种思维转变，不是偷懒，而是把 AI 当第一响应者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864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欢迎在 GitCode 上找到我们，一起探索 AI 辅助研发的边界 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DEE"/>
                </a:solidFill>
              </a:rPr>
              <a:t>gitcode.com/cjc-compiler-frontend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